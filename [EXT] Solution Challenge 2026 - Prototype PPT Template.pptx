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Google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GoogleSans-regular.fntdata"/><Relationship Id="rId21" Type="http://schemas.openxmlformats.org/officeDocument/2006/relationships/slide" Target="slides/slide15.xml"/><Relationship Id="rId24" Type="http://schemas.openxmlformats.org/officeDocument/2006/relationships/font" Target="fonts/GoogleSans-italic.fntdata"/><Relationship Id="rId23" Type="http://schemas.openxmlformats.org/officeDocument/2006/relationships/font" Target="fonts/GoogleSa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5" Type="http://schemas.openxmlformats.org/officeDocument/2006/relationships/font" Target="fonts/GoogleSans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07f7ad1a1_2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c07f7ad1a1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07f7ad1a1_2_5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c07f7ad1a1_2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07f7ad1a1_2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3c07f7ad1a1_2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07f7ad1a1_2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3c07f7ad1a1_2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07f7ad1a1_2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c07f7ad1a1_2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c07f7ad1a1_2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3c07f7ad1a1_2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07f7ad1a1_2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c07f7ad1a1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07f7ad1a1_2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g3c07f7ad1a1_2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07f7ad1a1_2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c07f7ad1a1_2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c07f7ad1a1_2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c07f7ad1a1_2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07f7ad1a1_2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3c07f7ad1a1_2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07f7ad1a1_2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c07f7ad1a1_2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07f7ad1a1_2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c07f7ad1a1_2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c07f7ad1a1_2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g3c07f7ad1a1_2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07f7ad1a1_2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g3c07f7ad1a1_2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/>
        </p:nvSpPr>
        <p:spPr>
          <a:xfrm>
            <a:off x="436625" y="8810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GB" sz="4000" u="none" cap="none" strike="noStrike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</a:rPr>
              <a:t>Guidelines</a:t>
            </a:r>
            <a:endParaRPr b="1" i="0" sz="4000" u="none" cap="none" strike="noStrike">
              <a:solidFill>
                <a:schemeClr val="accen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0" name="Google Shape;100;p25"/>
          <p:cNvSpPr txBox="1"/>
          <p:nvPr/>
        </p:nvSpPr>
        <p:spPr>
          <a:xfrm>
            <a:off x="609900" y="1711275"/>
            <a:ext cx="7924200" cy="25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Kindly use the given template for submitting your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prototype</a:t>
            </a: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(Make a copy of the template)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One team is only required to submit one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The ideal size of the presentation should not be more than 10 slides.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You are welcome to add as many POCs and design concepts to support your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The project should be feasible and the team members should be capable enough, to come up with the fully functioning prototype of the same idea, if required.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In case of queries, kindly reach out to us at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solutionchallengesupport@hack2skill.com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01" name="Google Shape;101;p2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5"/>
          <p:cNvSpPr txBox="1"/>
          <p:nvPr/>
        </p:nvSpPr>
        <p:spPr>
          <a:xfrm>
            <a:off x="65700" y="3897125"/>
            <a:ext cx="9012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FF0000"/>
                </a:solidFill>
                <a:latin typeface="Google Sans"/>
                <a:ea typeface="Google Sans"/>
                <a:cs typeface="Google Sans"/>
                <a:sym typeface="Google Sans"/>
              </a:rPr>
              <a:t>Note: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 Prototype must include cloud deployment and use at least one Google AI model or service (e.g., Gemini) as part of the solution.</a:t>
            </a:r>
            <a:endParaRPr sz="150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08" name="Google Shape;108;p26"/>
          <p:cNvPicPr preferRelativeResize="0"/>
          <p:nvPr/>
        </p:nvPicPr>
        <p:blipFill rotWithShape="1">
          <a:blip r:embed="rId3">
            <a:alphaModFix/>
          </a:blip>
          <a:srcRect b="0" l="0" r="0" t="47611"/>
          <a:stretch/>
        </p:blipFill>
        <p:spPr>
          <a:xfrm>
            <a:off x="0" y="2448875"/>
            <a:ext cx="9144000" cy="26946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 txBox="1"/>
          <p:nvPr/>
        </p:nvSpPr>
        <p:spPr>
          <a:xfrm>
            <a:off x="146600" y="2895500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name: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 Statement: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6" title="Frame 96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3997" cy="2759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/>
        </p:nvSpPr>
        <p:spPr>
          <a:xfrm>
            <a:off x="85525" y="806350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Brief about your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16" name="Google Shape;116;p2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Opportunities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different is it from any of the other existing ideas?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will it be able to solve the problem?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USP of the proposed solution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2" name="Google Shape;122;p2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List of features offered by the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8" name="Google Shape;128;p29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0"/>
          <p:cNvSpPr txBox="1"/>
          <p:nvPr/>
        </p:nvSpPr>
        <p:spPr>
          <a:xfrm>
            <a:off x="195475" y="830775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Process flow diagram or Use-case diagram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34" name="Google Shape;134;p30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/>
          <p:nvPr/>
        </p:nvSpPr>
        <p:spPr>
          <a:xfrm>
            <a:off x="207700" y="879650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Wireframes/Mock diagrams of the proposed solution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0" name="Google Shape;140;p31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2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Architecture diagram of the proposed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6" name="Google Shape;146;p32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Technologies to be used in the solution</a:t>
            </a:r>
            <a:endParaRPr b="0" i="0" sz="12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2" name="Google Shape;152;p33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4"/>
          <p:cNvSpPr txBox="1"/>
          <p:nvPr/>
        </p:nvSpPr>
        <p:spPr>
          <a:xfrm>
            <a:off x="158825" y="818550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Estimated implementation cost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8" name="Google Shape;158;p34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5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64" name="Google Shape;164;p3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6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Additional Details/Future Development (if any)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0" name="Google Shape;170;p36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Provide links to your: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Demo Video Link (3 Minutes)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MVP Link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AutoNum type="arabicPeriod"/>
            </a:pPr>
            <a:r>
              <a:rPr lang="en-GB" sz="1800">
                <a:latin typeface="Google Sans"/>
                <a:ea typeface="Google Sans"/>
                <a:cs typeface="Google Sans"/>
                <a:sym typeface="Google Sans"/>
              </a:rPr>
              <a:t>Working Prototype Link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6" name="Google Shape;176;p3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3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9" title="38d89ed3-9ded-48f6-b368-c62c46c50b68 1 [Vectorized]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5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